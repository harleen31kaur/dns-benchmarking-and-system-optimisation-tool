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12"/>
  </p:notesMasterIdLst>
  <p:sldIdLst>
    <p:sldId id="256" r:id="rId2"/>
    <p:sldId id="257" r:id="rId3"/>
    <p:sldId id="259" r:id="rId4"/>
    <p:sldId id="260" r:id="rId5"/>
    <p:sldId id="261" r:id="rId6"/>
    <p:sldId id="264" r:id="rId7"/>
    <p:sldId id="265" r:id="rId8"/>
    <p:sldId id="267" r:id="rId9"/>
    <p:sldId id="266" r:id="rId10"/>
    <p:sldId id="258" r:id="rId11"/>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6"/>
        <p:cNvGrpSpPr/>
        <p:nvPr/>
      </p:nvGrpSpPr>
      <p:grpSpPr>
        <a:xfrm>
          <a:off x="0" y="0"/>
          <a:ext cx="0" cy="0"/>
          <a:chOff x="0" y="0"/>
          <a:chExt cx="0" cy="0"/>
        </a:xfrm>
      </p:grpSpPr>
      <p:sp>
        <p:nvSpPr>
          <p:cNvPr id="307" name="Google Shape;307;n"/>
          <p:cNvSpPr txBox="1">
            <a:spLocks noGrp="1"/>
          </p:cNvSpPr>
          <p:nvPr>
            <p:ph type="hdr" idx="2"/>
          </p:nvPr>
        </p:nvSpPr>
        <p:spPr>
          <a:xfrm>
            <a:off x="0" y="0"/>
            <a:ext cx="3276600" cy="536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8" name="Google Shape;308;n"/>
          <p:cNvSpPr txBox="1">
            <a:spLocks noGrp="1"/>
          </p:cNvSpPr>
          <p:nvPr>
            <p:ph type="dt" idx="10"/>
          </p:nvPr>
        </p:nvSpPr>
        <p:spPr>
          <a:xfrm>
            <a:off x="4281488" y="0"/>
            <a:ext cx="3276600" cy="536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9" name="Google Shape;309;n"/>
          <p:cNvSpPr>
            <a:spLocks noGrp="1" noRot="1" noChangeAspect="1"/>
          </p:cNvSpPr>
          <p:nvPr>
            <p:ph type="sldImg" idx="3"/>
          </p:nvPr>
        </p:nvSpPr>
        <p:spPr>
          <a:xfrm>
            <a:off x="1374775" y="1336675"/>
            <a:ext cx="4810200" cy="3608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n"/>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311" name="Google Shape;311;n"/>
          <p:cNvSpPr txBox="1">
            <a:spLocks noGrp="1"/>
          </p:cNvSpPr>
          <p:nvPr>
            <p:ph type="ftr" idx="11"/>
          </p:nvPr>
        </p:nvSpPr>
        <p:spPr>
          <a:xfrm>
            <a:off x="0" y="10155238"/>
            <a:ext cx="3276600" cy="536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2" name="Google Shape;312;n"/>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notes"/>
          <p:cNvSpPr txBox="1">
            <a:spLocks noGrp="1"/>
          </p:cNvSpPr>
          <p:nvPr>
            <p:ph type="body" idx="1"/>
          </p:nvPr>
        </p:nvSpPr>
        <p:spPr>
          <a:xfrm>
            <a:off x="755650" y="5145088"/>
            <a:ext cx="6048300" cy="42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notes"/>
          <p:cNvSpPr txBox="1">
            <a:spLocks noGrp="1"/>
          </p:cNvSpPr>
          <p:nvPr>
            <p:ph type="sldNum" idx="12"/>
          </p:nvPr>
        </p:nvSpPr>
        <p:spPr>
          <a:xfrm>
            <a:off x="4281488" y="10155238"/>
            <a:ext cx="3276600" cy="536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386" name="Google Shape;386;p1:notes"/>
          <p:cNvSpPr txBox="1">
            <a:spLocks noGrp="1"/>
          </p:cNvSpPr>
          <p:nvPr>
            <p:ph type="ftr" idx="11"/>
          </p:nvPr>
        </p:nvSpPr>
        <p:spPr>
          <a:xfrm>
            <a:off x="0" y="10155238"/>
            <a:ext cx="3276600" cy="536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9C169A60-4931-4FEE-0537-AE2618DC5D64}"/>
            </a:ext>
          </a:extLst>
        </p:cNvPr>
        <p:cNvGrpSpPr/>
        <p:nvPr/>
      </p:nvGrpSpPr>
      <p:grpSpPr>
        <a:xfrm>
          <a:off x="0" y="0"/>
          <a:ext cx="0" cy="0"/>
          <a:chOff x="0" y="0"/>
          <a:chExt cx="0" cy="0"/>
        </a:xfrm>
      </p:grpSpPr>
      <p:sp>
        <p:nvSpPr>
          <p:cNvPr id="390" name="Google Shape;390;p2:notes">
            <a:extLst>
              <a:ext uri="{FF2B5EF4-FFF2-40B4-BE49-F238E27FC236}">
                <a16:creationId xmlns:a16="http://schemas.microsoft.com/office/drawing/2014/main" id="{005E6FEE-F70B-A317-470D-CD82E450B2E4}"/>
              </a:ext>
            </a:extLst>
          </p:cNvPr>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a:extLst>
              <a:ext uri="{FF2B5EF4-FFF2-40B4-BE49-F238E27FC236}">
                <a16:creationId xmlns:a16="http://schemas.microsoft.com/office/drawing/2014/main" id="{DF0F777D-2972-2842-62CA-868613A2C3D8}"/>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0907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1767DA20-9257-76F7-4747-6D30652BD450}"/>
            </a:ext>
          </a:extLst>
        </p:cNvPr>
        <p:cNvGrpSpPr/>
        <p:nvPr/>
      </p:nvGrpSpPr>
      <p:grpSpPr>
        <a:xfrm>
          <a:off x="0" y="0"/>
          <a:ext cx="0" cy="0"/>
          <a:chOff x="0" y="0"/>
          <a:chExt cx="0" cy="0"/>
        </a:xfrm>
      </p:grpSpPr>
      <p:sp>
        <p:nvSpPr>
          <p:cNvPr id="390" name="Google Shape;390;p2:notes">
            <a:extLst>
              <a:ext uri="{FF2B5EF4-FFF2-40B4-BE49-F238E27FC236}">
                <a16:creationId xmlns:a16="http://schemas.microsoft.com/office/drawing/2014/main" id="{5929673F-4462-DFF4-DF39-97D65DF26E9D}"/>
              </a:ext>
            </a:extLst>
          </p:cNvPr>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a:extLst>
              <a:ext uri="{FF2B5EF4-FFF2-40B4-BE49-F238E27FC236}">
                <a16:creationId xmlns:a16="http://schemas.microsoft.com/office/drawing/2014/main" id="{52F6E5E1-5247-676C-FE45-CE028976D5C2}"/>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4877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0B869115-799F-FF42-58D8-4C6BC988435E}"/>
            </a:ext>
          </a:extLst>
        </p:cNvPr>
        <p:cNvGrpSpPr/>
        <p:nvPr/>
      </p:nvGrpSpPr>
      <p:grpSpPr>
        <a:xfrm>
          <a:off x="0" y="0"/>
          <a:ext cx="0" cy="0"/>
          <a:chOff x="0" y="0"/>
          <a:chExt cx="0" cy="0"/>
        </a:xfrm>
      </p:grpSpPr>
      <p:sp>
        <p:nvSpPr>
          <p:cNvPr id="390" name="Google Shape;390;p2:notes">
            <a:extLst>
              <a:ext uri="{FF2B5EF4-FFF2-40B4-BE49-F238E27FC236}">
                <a16:creationId xmlns:a16="http://schemas.microsoft.com/office/drawing/2014/main" id="{704A6BB0-37D0-4A0E-C7FF-CA9ED095314D}"/>
              </a:ext>
            </a:extLst>
          </p:cNvPr>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a:extLst>
              <a:ext uri="{FF2B5EF4-FFF2-40B4-BE49-F238E27FC236}">
                <a16:creationId xmlns:a16="http://schemas.microsoft.com/office/drawing/2014/main" id="{D81A313B-012B-E164-3DBC-2A96C6BD15C4}"/>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5784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606C63A4-CE81-4E8F-DC79-56281532E16D}"/>
            </a:ext>
          </a:extLst>
        </p:cNvPr>
        <p:cNvGrpSpPr/>
        <p:nvPr/>
      </p:nvGrpSpPr>
      <p:grpSpPr>
        <a:xfrm>
          <a:off x="0" y="0"/>
          <a:ext cx="0" cy="0"/>
          <a:chOff x="0" y="0"/>
          <a:chExt cx="0" cy="0"/>
        </a:xfrm>
      </p:grpSpPr>
      <p:sp>
        <p:nvSpPr>
          <p:cNvPr id="390" name="Google Shape;390;p2:notes">
            <a:extLst>
              <a:ext uri="{FF2B5EF4-FFF2-40B4-BE49-F238E27FC236}">
                <a16:creationId xmlns:a16="http://schemas.microsoft.com/office/drawing/2014/main" id="{CCD0A01C-F657-E3D7-7C37-1E8A8559A357}"/>
              </a:ext>
            </a:extLst>
          </p:cNvPr>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a:extLst>
              <a:ext uri="{FF2B5EF4-FFF2-40B4-BE49-F238E27FC236}">
                <a16:creationId xmlns:a16="http://schemas.microsoft.com/office/drawing/2014/main" id="{8E7B61A0-F558-290D-0F3F-248F38BDCBB9}"/>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7057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BD0E30AD-8FFE-2453-9A2C-D0BD8B274E54}"/>
            </a:ext>
          </a:extLst>
        </p:cNvPr>
        <p:cNvGrpSpPr/>
        <p:nvPr/>
      </p:nvGrpSpPr>
      <p:grpSpPr>
        <a:xfrm>
          <a:off x="0" y="0"/>
          <a:ext cx="0" cy="0"/>
          <a:chOff x="0" y="0"/>
          <a:chExt cx="0" cy="0"/>
        </a:xfrm>
      </p:grpSpPr>
      <p:sp>
        <p:nvSpPr>
          <p:cNvPr id="390" name="Google Shape;390;p2:notes">
            <a:extLst>
              <a:ext uri="{FF2B5EF4-FFF2-40B4-BE49-F238E27FC236}">
                <a16:creationId xmlns:a16="http://schemas.microsoft.com/office/drawing/2014/main" id="{CB50BC50-BA96-E622-0FC9-8D23D7F18A30}"/>
              </a:ext>
            </a:extLst>
          </p:cNvPr>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a:extLst>
              <a:ext uri="{FF2B5EF4-FFF2-40B4-BE49-F238E27FC236}">
                <a16:creationId xmlns:a16="http://schemas.microsoft.com/office/drawing/2014/main" id="{3579ECE4-BF54-5449-DB92-4085B31D3C1D}"/>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7245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C0A9DE20-F2E4-DA47-D869-7D26C45A85FF}"/>
            </a:ext>
          </a:extLst>
        </p:cNvPr>
        <p:cNvGrpSpPr/>
        <p:nvPr/>
      </p:nvGrpSpPr>
      <p:grpSpPr>
        <a:xfrm>
          <a:off x="0" y="0"/>
          <a:ext cx="0" cy="0"/>
          <a:chOff x="0" y="0"/>
          <a:chExt cx="0" cy="0"/>
        </a:xfrm>
      </p:grpSpPr>
      <p:sp>
        <p:nvSpPr>
          <p:cNvPr id="390" name="Google Shape;390;p2:notes">
            <a:extLst>
              <a:ext uri="{FF2B5EF4-FFF2-40B4-BE49-F238E27FC236}">
                <a16:creationId xmlns:a16="http://schemas.microsoft.com/office/drawing/2014/main" id="{12711CCC-0D6F-BAA2-0897-B88A9E8C26F1}"/>
              </a:ext>
            </a:extLst>
          </p:cNvPr>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2:notes">
            <a:extLst>
              <a:ext uri="{FF2B5EF4-FFF2-40B4-BE49-F238E27FC236}">
                <a16:creationId xmlns:a16="http://schemas.microsoft.com/office/drawing/2014/main" id="{DBED155B-7E8F-2B8A-9F40-283868CF16CC}"/>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3583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3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35"/>
        <p:cNvGrpSpPr/>
        <p:nvPr/>
      </p:nvGrpSpPr>
      <p:grpSpPr>
        <a:xfrm>
          <a:off x="0" y="0"/>
          <a:ext cx="0" cy="0"/>
          <a:chOff x="0" y="0"/>
          <a:chExt cx="0" cy="0"/>
        </a:xfrm>
      </p:grpSpPr>
      <p:sp>
        <p:nvSpPr>
          <p:cNvPr id="336" name="Google Shape;336;p3"/>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7" name="Google Shape;337;p3"/>
          <p:cNvSpPr txBox="1">
            <a:spLocks noGrp="1"/>
          </p:cNvSpPr>
          <p:nvPr>
            <p:ph type="subTitle" idx="1"/>
          </p:nvPr>
        </p:nvSpPr>
        <p:spPr>
          <a:xfrm>
            <a:off x="457200" y="1604520"/>
            <a:ext cx="8229300" cy="3977400"/>
          </a:xfrm>
          <a:prstGeom prst="rect">
            <a:avLst/>
          </a:prstGeom>
          <a:noFill/>
          <a:ln>
            <a:noFill/>
          </a:ln>
        </p:spPr>
        <p:txBody>
          <a:bodyPr spcFirstLastPara="1" wrap="square" lIns="0" tIns="0" rIns="0" bIns="0" anchor="ctr" anchorCtr="0">
            <a:noAutofit/>
          </a:bodyPr>
          <a:lstStyle>
            <a:lvl1pPr lvl="0" algn="l" rtl="0">
              <a:lnSpc>
                <a:spcPct val="90000"/>
              </a:lnSpc>
              <a:spcBef>
                <a:spcPts val="1000"/>
              </a:spcBef>
              <a:spcAft>
                <a:spcPts val="0"/>
              </a:spcAft>
              <a:buClr>
                <a:schemeClr val="dk1"/>
              </a:buClr>
              <a:buSzPts val="1800"/>
              <a:buChar char="•"/>
              <a:defRPr/>
            </a:lvl1pPr>
            <a:lvl2pPr lvl="1" algn="l" rtl="0">
              <a:lnSpc>
                <a:spcPct val="90000"/>
              </a:lnSpc>
              <a:spcBef>
                <a:spcPts val="500"/>
              </a:spcBef>
              <a:spcAft>
                <a:spcPts val="0"/>
              </a:spcAft>
              <a:buClr>
                <a:schemeClr val="dk1"/>
              </a:buClr>
              <a:buSzPts val="1800"/>
              <a:buChar char="•"/>
              <a:defRPr/>
            </a:lvl2pPr>
            <a:lvl3pPr lvl="2" algn="l" rtl="0">
              <a:lnSpc>
                <a:spcPct val="90000"/>
              </a:lnSpc>
              <a:spcBef>
                <a:spcPts val="500"/>
              </a:spcBef>
              <a:spcAft>
                <a:spcPts val="0"/>
              </a:spcAft>
              <a:buClr>
                <a:schemeClr val="dk1"/>
              </a:buClr>
              <a:buSzPts val="1800"/>
              <a:buChar char="•"/>
              <a:defRPr/>
            </a:lvl3pPr>
            <a:lvl4pPr lvl="3" algn="l" rtl="0">
              <a:lnSpc>
                <a:spcPct val="90000"/>
              </a:lnSpc>
              <a:spcBef>
                <a:spcPts val="500"/>
              </a:spcBef>
              <a:spcAft>
                <a:spcPts val="0"/>
              </a:spcAft>
              <a:buClr>
                <a:schemeClr val="dk1"/>
              </a:buClr>
              <a:buSzPts val="1800"/>
              <a:buChar char="•"/>
              <a:defRPr/>
            </a:lvl4pPr>
            <a:lvl5pPr lvl="4" algn="l" rtl="0">
              <a:lnSpc>
                <a:spcPct val="90000"/>
              </a:lnSpc>
              <a:spcBef>
                <a:spcPts val="500"/>
              </a:spcBef>
              <a:spcAft>
                <a:spcPts val="0"/>
              </a:spcAft>
              <a:buClr>
                <a:schemeClr val="dk1"/>
              </a:buClr>
              <a:buSzPts val="1800"/>
              <a:buChar char="•"/>
              <a:defRPr/>
            </a:lvl5pPr>
            <a:lvl6pPr lvl="5" algn="l" rtl="0">
              <a:lnSpc>
                <a:spcPct val="90000"/>
              </a:lnSpc>
              <a:spcBef>
                <a:spcPts val="500"/>
              </a:spcBef>
              <a:spcAft>
                <a:spcPts val="0"/>
              </a:spcAft>
              <a:buClr>
                <a:schemeClr val="dk1"/>
              </a:buClr>
              <a:buSzPts val="1800"/>
              <a:buChar char="•"/>
              <a:defRPr/>
            </a:lvl6pPr>
            <a:lvl7pPr lvl="6" algn="l" rtl="0">
              <a:lnSpc>
                <a:spcPct val="90000"/>
              </a:lnSpc>
              <a:spcBef>
                <a:spcPts val="500"/>
              </a:spcBef>
              <a:spcAft>
                <a:spcPts val="0"/>
              </a:spcAft>
              <a:buClr>
                <a:schemeClr val="dk1"/>
              </a:buClr>
              <a:buSzPts val="1800"/>
              <a:buChar char="•"/>
              <a:defRPr/>
            </a:lvl7pPr>
            <a:lvl8pPr lvl="7" algn="l" rtl="0">
              <a:lnSpc>
                <a:spcPct val="90000"/>
              </a:lnSpc>
              <a:spcBef>
                <a:spcPts val="500"/>
              </a:spcBef>
              <a:spcAft>
                <a:spcPts val="0"/>
              </a:spcAft>
              <a:buClr>
                <a:schemeClr val="dk1"/>
              </a:buClr>
              <a:buSzPts val="1800"/>
              <a:buChar char="•"/>
              <a:defRPr/>
            </a:lvl8pPr>
            <a:lvl9pPr lvl="8"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38"/>
        <p:cNvGrpSpPr/>
        <p:nvPr/>
      </p:nvGrpSpPr>
      <p:grpSpPr>
        <a:xfrm>
          <a:off x="0" y="0"/>
          <a:ext cx="0" cy="0"/>
          <a:chOff x="0" y="0"/>
          <a:chExt cx="0" cy="0"/>
        </a:xfrm>
      </p:grpSpPr>
      <p:sp>
        <p:nvSpPr>
          <p:cNvPr id="339" name="Google Shape;339;p4"/>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0" name="Google Shape;340;p4"/>
          <p:cNvSpPr txBox="1">
            <a:spLocks noGrp="1"/>
          </p:cNvSpPr>
          <p:nvPr>
            <p:ph type="body" idx="1"/>
          </p:nvPr>
        </p:nvSpPr>
        <p:spPr>
          <a:xfrm>
            <a:off x="457200" y="1604520"/>
            <a:ext cx="8229300" cy="39774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41"/>
        <p:cNvGrpSpPr/>
        <p:nvPr/>
      </p:nvGrpSpPr>
      <p:grpSpPr>
        <a:xfrm>
          <a:off x="0" y="0"/>
          <a:ext cx="0" cy="0"/>
          <a:chOff x="0" y="0"/>
          <a:chExt cx="0" cy="0"/>
        </a:xfrm>
      </p:grpSpPr>
      <p:sp>
        <p:nvSpPr>
          <p:cNvPr id="342" name="Google Shape;342;p5"/>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43" name="Google Shape;343;p5"/>
          <p:cNvSpPr txBox="1">
            <a:spLocks noGrp="1"/>
          </p:cNvSpPr>
          <p:nvPr>
            <p:ph type="body" idx="1"/>
          </p:nvPr>
        </p:nvSpPr>
        <p:spPr>
          <a:xfrm>
            <a:off x="457200" y="1604520"/>
            <a:ext cx="4015800" cy="39774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44" name="Google Shape;344;p5"/>
          <p:cNvSpPr txBox="1">
            <a:spLocks noGrp="1"/>
          </p:cNvSpPr>
          <p:nvPr>
            <p:ph type="body" idx="2"/>
          </p:nvPr>
        </p:nvSpPr>
        <p:spPr>
          <a:xfrm>
            <a:off x="4674240" y="1604520"/>
            <a:ext cx="4015800" cy="39774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5"/>
        <p:cNvGrpSpPr/>
        <p:nvPr/>
      </p:nvGrpSpPr>
      <p:grpSpPr>
        <a:xfrm>
          <a:off x="0" y="0"/>
          <a:ext cx="0" cy="0"/>
          <a:chOff x="0" y="0"/>
          <a:chExt cx="0" cy="0"/>
        </a:xfrm>
      </p:grpSpPr>
      <p:sp>
        <p:nvSpPr>
          <p:cNvPr id="346" name="Google Shape;346;p6"/>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47"/>
        <p:cNvGrpSpPr/>
        <p:nvPr/>
      </p:nvGrpSpPr>
      <p:grpSpPr>
        <a:xfrm>
          <a:off x="0" y="0"/>
          <a:ext cx="0" cy="0"/>
          <a:chOff x="0" y="0"/>
          <a:chExt cx="0" cy="0"/>
        </a:xfrm>
      </p:grpSpPr>
      <p:sp>
        <p:nvSpPr>
          <p:cNvPr id="348" name="Google Shape;348;p7"/>
          <p:cNvSpPr txBox="1">
            <a:spLocks noGrp="1"/>
          </p:cNvSpPr>
          <p:nvPr>
            <p:ph type="subTitle" idx="1"/>
          </p:nvPr>
        </p:nvSpPr>
        <p:spPr>
          <a:xfrm>
            <a:off x="0" y="0"/>
            <a:ext cx="5486100" cy="4238400"/>
          </a:xfrm>
          <a:prstGeom prst="rect">
            <a:avLst/>
          </a:prstGeom>
          <a:noFill/>
          <a:ln>
            <a:noFill/>
          </a:ln>
        </p:spPr>
        <p:txBody>
          <a:bodyPr spcFirstLastPara="1" wrap="square" lIns="0" tIns="0" rIns="0" bIns="0" anchor="ctr" anchorCtr="0">
            <a:noAutofit/>
          </a:bodyPr>
          <a:lstStyle>
            <a:lvl1pPr lvl="0" algn="l" rtl="0">
              <a:lnSpc>
                <a:spcPct val="90000"/>
              </a:lnSpc>
              <a:spcBef>
                <a:spcPts val="1000"/>
              </a:spcBef>
              <a:spcAft>
                <a:spcPts val="0"/>
              </a:spcAft>
              <a:buClr>
                <a:schemeClr val="dk1"/>
              </a:buClr>
              <a:buSzPts val="1800"/>
              <a:buChar char="•"/>
              <a:defRPr/>
            </a:lvl1pPr>
            <a:lvl2pPr lvl="1" algn="l" rtl="0">
              <a:lnSpc>
                <a:spcPct val="90000"/>
              </a:lnSpc>
              <a:spcBef>
                <a:spcPts val="500"/>
              </a:spcBef>
              <a:spcAft>
                <a:spcPts val="0"/>
              </a:spcAft>
              <a:buClr>
                <a:schemeClr val="dk1"/>
              </a:buClr>
              <a:buSzPts val="1800"/>
              <a:buChar char="•"/>
              <a:defRPr/>
            </a:lvl2pPr>
            <a:lvl3pPr lvl="2" algn="l" rtl="0">
              <a:lnSpc>
                <a:spcPct val="90000"/>
              </a:lnSpc>
              <a:spcBef>
                <a:spcPts val="500"/>
              </a:spcBef>
              <a:spcAft>
                <a:spcPts val="0"/>
              </a:spcAft>
              <a:buClr>
                <a:schemeClr val="dk1"/>
              </a:buClr>
              <a:buSzPts val="1800"/>
              <a:buChar char="•"/>
              <a:defRPr/>
            </a:lvl3pPr>
            <a:lvl4pPr lvl="3" algn="l" rtl="0">
              <a:lnSpc>
                <a:spcPct val="90000"/>
              </a:lnSpc>
              <a:spcBef>
                <a:spcPts val="500"/>
              </a:spcBef>
              <a:spcAft>
                <a:spcPts val="0"/>
              </a:spcAft>
              <a:buClr>
                <a:schemeClr val="dk1"/>
              </a:buClr>
              <a:buSzPts val="1800"/>
              <a:buChar char="•"/>
              <a:defRPr/>
            </a:lvl4pPr>
            <a:lvl5pPr lvl="4" algn="l" rtl="0">
              <a:lnSpc>
                <a:spcPct val="90000"/>
              </a:lnSpc>
              <a:spcBef>
                <a:spcPts val="500"/>
              </a:spcBef>
              <a:spcAft>
                <a:spcPts val="0"/>
              </a:spcAft>
              <a:buClr>
                <a:schemeClr val="dk1"/>
              </a:buClr>
              <a:buSzPts val="1800"/>
              <a:buChar char="•"/>
              <a:defRPr/>
            </a:lvl5pPr>
            <a:lvl6pPr lvl="5" algn="l" rtl="0">
              <a:lnSpc>
                <a:spcPct val="90000"/>
              </a:lnSpc>
              <a:spcBef>
                <a:spcPts val="500"/>
              </a:spcBef>
              <a:spcAft>
                <a:spcPts val="0"/>
              </a:spcAft>
              <a:buClr>
                <a:schemeClr val="dk1"/>
              </a:buClr>
              <a:buSzPts val="1800"/>
              <a:buChar char="•"/>
              <a:defRPr/>
            </a:lvl6pPr>
            <a:lvl7pPr lvl="6" algn="l" rtl="0">
              <a:lnSpc>
                <a:spcPct val="90000"/>
              </a:lnSpc>
              <a:spcBef>
                <a:spcPts val="500"/>
              </a:spcBef>
              <a:spcAft>
                <a:spcPts val="0"/>
              </a:spcAft>
              <a:buClr>
                <a:schemeClr val="dk1"/>
              </a:buClr>
              <a:buSzPts val="1800"/>
              <a:buChar char="•"/>
              <a:defRPr/>
            </a:lvl7pPr>
            <a:lvl8pPr lvl="7" algn="l" rtl="0">
              <a:lnSpc>
                <a:spcPct val="90000"/>
              </a:lnSpc>
              <a:spcBef>
                <a:spcPts val="500"/>
              </a:spcBef>
              <a:spcAft>
                <a:spcPts val="0"/>
              </a:spcAft>
              <a:buClr>
                <a:schemeClr val="dk1"/>
              </a:buClr>
              <a:buSzPts val="1800"/>
              <a:buChar char="•"/>
              <a:defRPr/>
            </a:lvl8pPr>
            <a:lvl9pPr lvl="8"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49"/>
        <p:cNvGrpSpPr/>
        <p:nvPr/>
      </p:nvGrpSpPr>
      <p:grpSpPr>
        <a:xfrm>
          <a:off x="0" y="0"/>
          <a:ext cx="0" cy="0"/>
          <a:chOff x="0" y="0"/>
          <a:chExt cx="0" cy="0"/>
        </a:xfrm>
      </p:grpSpPr>
      <p:sp>
        <p:nvSpPr>
          <p:cNvPr id="350" name="Google Shape;350;p8"/>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1" name="Google Shape;351;p8"/>
          <p:cNvSpPr txBox="1">
            <a:spLocks noGrp="1"/>
          </p:cNvSpPr>
          <p:nvPr>
            <p:ph type="body" idx="1"/>
          </p:nvPr>
        </p:nvSpPr>
        <p:spPr>
          <a:xfrm>
            <a:off x="457200" y="160452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52" name="Google Shape;352;p8"/>
          <p:cNvSpPr txBox="1">
            <a:spLocks noGrp="1"/>
          </p:cNvSpPr>
          <p:nvPr>
            <p:ph type="body" idx="2"/>
          </p:nvPr>
        </p:nvSpPr>
        <p:spPr>
          <a:xfrm>
            <a:off x="4674240" y="1604520"/>
            <a:ext cx="4015800" cy="39774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53" name="Google Shape;353;p8"/>
          <p:cNvSpPr txBox="1">
            <a:spLocks noGrp="1"/>
          </p:cNvSpPr>
          <p:nvPr>
            <p:ph type="body" idx="3"/>
          </p:nvPr>
        </p:nvSpPr>
        <p:spPr>
          <a:xfrm>
            <a:off x="457200" y="368208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54"/>
        <p:cNvGrpSpPr/>
        <p:nvPr/>
      </p:nvGrpSpPr>
      <p:grpSpPr>
        <a:xfrm>
          <a:off x="0" y="0"/>
          <a:ext cx="0" cy="0"/>
          <a:chOff x="0" y="0"/>
          <a:chExt cx="0" cy="0"/>
        </a:xfrm>
      </p:grpSpPr>
      <p:sp>
        <p:nvSpPr>
          <p:cNvPr id="355" name="Google Shape;355;p9"/>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6" name="Google Shape;356;p9"/>
          <p:cNvSpPr txBox="1">
            <a:spLocks noGrp="1"/>
          </p:cNvSpPr>
          <p:nvPr>
            <p:ph type="body" idx="1"/>
          </p:nvPr>
        </p:nvSpPr>
        <p:spPr>
          <a:xfrm>
            <a:off x="457200" y="1604520"/>
            <a:ext cx="4015800" cy="39774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57" name="Google Shape;357;p9"/>
          <p:cNvSpPr txBox="1">
            <a:spLocks noGrp="1"/>
          </p:cNvSpPr>
          <p:nvPr>
            <p:ph type="body" idx="2"/>
          </p:nvPr>
        </p:nvSpPr>
        <p:spPr>
          <a:xfrm>
            <a:off x="4674240" y="160452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58" name="Google Shape;358;p9"/>
          <p:cNvSpPr txBox="1">
            <a:spLocks noGrp="1"/>
          </p:cNvSpPr>
          <p:nvPr>
            <p:ph type="body" idx="3"/>
          </p:nvPr>
        </p:nvSpPr>
        <p:spPr>
          <a:xfrm>
            <a:off x="4674240" y="368208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359"/>
        <p:cNvGrpSpPr/>
        <p:nvPr/>
      </p:nvGrpSpPr>
      <p:grpSpPr>
        <a:xfrm>
          <a:off x="0" y="0"/>
          <a:ext cx="0" cy="0"/>
          <a:chOff x="0" y="0"/>
          <a:chExt cx="0" cy="0"/>
        </a:xfrm>
      </p:grpSpPr>
      <p:sp>
        <p:nvSpPr>
          <p:cNvPr id="360" name="Google Shape;360;p10"/>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61" name="Google Shape;361;p10"/>
          <p:cNvSpPr txBox="1">
            <a:spLocks noGrp="1"/>
          </p:cNvSpPr>
          <p:nvPr>
            <p:ph type="body" idx="1"/>
          </p:nvPr>
        </p:nvSpPr>
        <p:spPr>
          <a:xfrm>
            <a:off x="457200" y="160452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62" name="Google Shape;362;p10"/>
          <p:cNvSpPr txBox="1">
            <a:spLocks noGrp="1"/>
          </p:cNvSpPr>
          <p:nvPr>
            <p:ph type="body" idx="2"/>
          </p:nvPr>
        </p:nvSpPr>
        <p:spPr>
          <a:xfrm>
            <a:off x="4674240" y="160452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63" name="Google Shape;363;p10"/>
          <p:cNvSpPr txBox="1">
            <a:spLocks noGrp="1"/>
          </p:cNvSpPr>
          <p:nvPr>
            <p:ph type="body" idx="3"/>
          </p:nvPr>
        </p:nvSpPr>
        <p:spPr>
          <a:xfrm>
            <a:off x="457200" y="3682080"/>
            <a:ext cx="82293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364"/>
        <p:cNvGrpSpPr/>
        <p:nvPr/>
      </p:nvGrpSpPr>
      <p:grpSpPr>
        <a:xfrm>
          <a:off x="0" y="0"/>
          <a:ext cx="0" cy="0"/>
          <a:chOff x="0" y="0"/>
          <a:chExt cx="0" cy="0"/>
        </a:xfrm>
      </p:grpSpPr>
      <p:sp>
        <p:nvSpPr>
          <p:cNvPr id="365" name="Google Shape;365;p11"/>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66" name="Google Shape;366;p11"/>
          <p:cNvSpPr txBox="1">
            <a:spLocks noGrp="1"/>
          </p:cNvSpPr>
          <p:nvPr>
            <p:ph type="body" idx="1"/>
          </p:nvPr>
        </p:nvSpPr>
        <p:spPr>
          <a:xfrm>
            <a:off x="457200" y="1604520"/>
            <a:ext cx="82293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67" name="Google Shape;367;p11"/>
          <p:cNvSpPr txBox="1">
            <a:spLocks noGrp="1"/>
          </p:cNvSpPr>
          <p:nvPr>
            <p:ph type="body" idx="2"/>
          </p:nvPr>
        </p:nvSpPr>
        <p:spPr>
          <a:xfrm>
            <a:off x="457200" y="3682080"/>
            <a:ext cx="82293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368"/>
        <p:cNvGrpSpPr/>
        <p:nvPr/>
      </p:nvGrpSpPr>
      <p:grpSpPr>
        <a:xfrm>
          <a:off x="0" y="0"/>
          <a:ext cx="0" cy="0"/>
          <a:chOff x="0" y="0"/>
          <a:chExt cx="0" cy="0"/>
        </a:xfrm>
      </p:grpSpPr>
      <p:sp>
        <p:nvSpPr>
          <p:cNvPr id="369" name="Google Shape;369;p12"/>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0" name="Google Shape;370;p12"/>
          <p:cNvSpPr txBox="1">
            <a:spLocks noGrp="1"/>
          </p:cNvSpPr>
          <p:nvPr>
            <p:ph type="body" idx="1"/>
          </p:nvPr>
        </p:nvSpPr>
        <p:spPr>
          <a:xfrm>
            <a:off x="457200" y="160452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71" name="Google Shape;371;p12"/>
          <p:cNvSpPr txBox="1">
            <a:spLocks noGrp="1"/>
          </p:cNvSpPr>
          <p:nvPr>
            <p:ph type="body" idx="2"/>
          </p:nvPr>
        </p:nvSpPr>
        <p:spPr>
          <a:xfrm>
            <a:off x="4674240" y="160452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72" name="Google Shape;372;p12"/>
          <p:cNvSpPr txBox="1">
            <a:spLocks noGrp="1"/>
          </p:cNvSpPr>
          <p:nvPr>
            <p:ph type="body" idx="3"/>
          </p:nvPr>
        </p:nvSpPr>
        <p:spPr>
          <a:xfrm>
            <a:off x="457200" y="368208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73" name="Google Shape;373;p12"/>
          <p:cNvSpPr txBox="1">
            <a:spLocks noGrp="1"/>
          </p:cNvSpPr>
          <p:nvPr>
            <p:ph type="body" idx="4"/>
          </p:nvPr>
        </p:nvSpPr>
        <p:spPr>
          <a:xfrm>
            <a:off x="4674240" y="3682080"/>
            <a:ext cx="40158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374"/>
        <p:cNvGrpSpPr/>
        <p:nvPr/>
      </p:nvGrpSpPr>
      <p:grpSpPr>
        <a:xfrm>
          <a:off x="0" y="0"/>
          <a:ext cx="0" cy="0"/>
          <a:chOff x="0" y="0"/>
          <a:chExt cx="0" cy="0"/>
        </a:xfrm>
      </p:grpSpPr>
      <p:sp>
        <p:nvSpPr>
          <p:cNvPr id="375" name="Google Shape;375;p13"/>
          <p:cNvSpPr txBox="1">
            <a:spLocks noGrp="1"/>
          </p:cNvSpPr>
          <p:nvPr>
            <p:ph type="title"/>
          </p:nvPr>
        </p:nvSpPr>
        <p:spPr>
          <a:xfrm>
            <a:off x="0" y="0"/>
            <a:ext cx="5486100" cy="914100"/>
          </a:xfrm>
          <a:prstGeom prst="rect">
            <a:avLst/>
          </a:prstGeom>
          <a:noFill/>
          <a:ln>
            <a:noFill/>
          </a:ln>
        </p:spPr>
        <p:txBody>
          <a:bodyPr spcFirstLastPara="1" wrap="square" lIns="0" tIns="0" rIns="0" bIns="0" anchor="ctr" anchorCtr="0">
            <a:no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6" name="Google Shape;376;p13"/>
          <p:cNvSpPr txBox="1">
            <a:spLocks noGrp="1"/>
          </p:cNvSpPr>
          <p:nvPr>
            <p:ph type="body" idx="1"/>
          </p:nvPr>
        </p:nvSpPr>
        <p:spPr>
          <a:xfrm>
            <a:off x="457200" y="1604520"/>
            <a:ext cx="26496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77" name="Google Shape;377;p13"/>
          <p:cNvSpPr txBox="1">
            <a:spLocks noGrp="1"/>
          </p:cNvSpPr>
          <p:nvPr>
            <p:ph type="body" idx="2"/>
          </p:nvPr>
        </p:nvSpPr>
        <p:spPr>
          <a:xfrm>
            <a:off x="3239640" y="1604520"/>
            <a:ext cx="26496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78" name="Google Shape;378;p13"/>
          <p:cNvSpPr txBox="1">
            <a:spLocks noGrp="1"/>
          </p:cNvSpPr>
          <p:nvPr>
            <p:ph type="body" idx="3"/>
          </p:nvPr>
        </p:nvSpPr>
        <p:spPr>
          <a:xfrm>
            <a:off x="6022080" y="1604520"/>
            <a:ext cx="26496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79" name="Google Shape;379;p13"/>
          <p:cNvSpPr txBox="1">
            <a:spLocks noGrp="1"/>
          </p:cNvSpPr>
          <p:nvPr>
            <p:ph type="body" idx="4"/>
          </p:nvPr>
        </p:nvSpPr>
        <p:spPr>
          <a:xfrm>
            <a:off x="457200" y="3682080"/>
            <a:ext cx="26496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80" name="Google Shape;380;p13"/>
          <p:cNvSpPr txBox="1">
            <a:spLocks noGrp="1"/>
          </p:cNvSpPr>
          <p:nvPr>
            <p:ph type="body" idx="5"/>
          </p:nvPr>
        </p:nvSpPr>
        <p:spPr>
          <a:xfrm>
            <a:off x="3239640" y="3682080"/>
            <a:ext cx="26496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81" name="Google Shape;381;p13"/>
          <p:cNvSpPr txBox="1">
            <a:spLocks noGrp="1"/>
          </p:cNvSpPr>
          <p:nvPr>
            <p:ph type="body" idx="6"/>
          </p:nvPr>
        </p:nvSpPr>
        <p:spPr>
          <a:xfrm>
            <a:off x="6022080" y="3682080"/>
            <a:ext cx="2649600" cy="1896900"/>
          </a:xfrm>
          <a:prstGeom prst="rect">
            <a:avLst/>
          </a:prstGeom>
          <a:noFill/>
          <a:ln>
            <a:noFill/>
          </a:ln>
        </p:spPr>
        <p:txBody>
          <a:bodyPr spcFirstLastPara="1" wrap="square" lIns="0" tIns="0" rIns="0" bIns="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3"/>
        <p:cNvGrpSpPr/>
        <p:nvPr/>
      </p:nvGrpSpPr>
      <p:grpSpPr>
        <a:xfrm>
          <a:off x="0" y="0"/>
          <a:ext cx="0" cy="0"/>
          <a:chOff x="0" y="0"/>
          <a:chExt cx="0" cy="0"/>
        </a:xfrm>
      </p:grpSpPr>
      <p:sp>
        <p:nvSpPr>
          <p:cNvPr id="314" name="Google Shape;314;p1"/>
          <p:cNvSpPr/>
          <p:nvPr/>
        </p:nvSpPr>
        <p:spPr>
          <a:xfrm>
            <a:off x="0" y="0"/>
            <a:ext cx="9143700" cy="83760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
          <p:cNvSpPr/>
          <p:nvPr/>
        </p:nvSpPr>
        <p:spPr>
          <a:xfrm rot="10800000" flipH="1">
            <a:off x="0" y="6704580"/>
            <a:ext cx="9143700" cy="1977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6" name="Google Shape;316;p1" descr="LOGO.gif"/>
          <p:cNvPicPr preferRelativeResize="0"/>
          <p:nvPr/>
        </p:nvPicPr>
        <p:blipFill rotWithShape="1">
          <a:blip r:embed="rId14">
            <a:alphaModFix/>
          </a:blip>
          <a:srcRect b="10714"/>
          <a:stretch/>
        </p:blipFill>
        <p:spPr>
          <a:xfrm>
            <a:off x="6553080" y="228600"/>
            <a:ext cx="2057039" cy="634680"/>
          </a:xfrm>
          <a:prstGeom prst="rect">
            <a:avLst/>
          </a:prstGeom>
          <a:noFill/>
          <a:ln>
            <a:noFill/>
          </a:ln>
        </p:spPr>
      </p:pic>
      <p:pic>
        <p:nvPicPr>
          <p:cNvPr id="317" name="Google Shape;317;p1" descr="LOGO.gif"/>
          <p:cNvPicPr preferRelativeResize="0"/>
          <p:nvPr/>
        </p:nvPicPr>
        <p:blipFill rotWithShape="1">
          <a:blip r:embed="rId14">
            <a:alphaModFix/>
          </a:blip>
          <a:srcRect b="10714"/>
          <a:stretch/>
        </p:blipFill>
        <p:spPr>
          <a:xfrm>
            <a:off x="6553080" y="228600"/>
            <a:ext cx="2057039" cy="634680"/>
          </a:xfrm>
          <a:prstGeom prst="rect">
            <a:avLst/>
          </a:prstGeom>
          <a:noFill/>
          <a:ln>
            <a:noFill/>
          </a:ln>
        </p:spPr>
      </p:pic>
      <p:grpSp>
        <p:nvGrpSpPr>
          <p:cNvPr id="318" name="Google Shape;318;p1"/>
          <p:cNvGrpSpPr/>
          <p:nvPr/>
        </p:nvGrpSpPr>
        <p:grpSpPr>
          <a:xfrm>
            <a:off x="6146640" y="0"/>
            <a:ext cx="2997000" cy="875940"/>
            <a:chOff x="6146640" y="0"/>
            <a:chExt cx="2997000" cy="875940"/>
          </a:xfrm>
        </p:grpSpPr>
        <p:sp>
          <p:nvSpPr>
            <p:cNvPr id="319" name="Google Shape;319;p1"/>
            <p:cNvSpPr/>
            <p:nvPr/>
          </p:nvSpPr>
          <p:spPr>
            <a:xfrm>
              <a:off x="6146640" y="0"/>
              <a:ext cx="2997000" cy="83760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0" name="Google Shape;320;p1" descr="LOGO.gif"/>
            <p:cNvPicPr preferRelativeResize="0"/>
            <p:nvPr/>
          </p:nvPicPr>
          <p:blipFill rotWithShape="1">
            <a:blip r:embed="rId14">
              <a:alphaModFix/>
            </a:blip>
            <a:srcRect b="10714"/>
            <a:stretch/>
          </p:blipFill>
          <p:spPr>
            <a:xfrm>
              <a:off x="6553080" y="228600"/>
              <a:ext cx="2057039" cy="634680"/>
            </a:xfrm>
            <a:prstGeom prst="rect">
              <a:avLst/>
            </a:prstGeom>
            <a:noFill/>
            <a:ln>
              <a:noFill/>
            </a:ln>
          </p:spPr>
        </p:pic>
        <p:sp>
          <p:nvSpPr>
            <p:cNvPr id="321" name="Google Shape;321;p1"/>
            <p:cNvSpPr/>
            <p:nvPr/>
          </p:nvSpPr>
          <p:spPr>
            <a:xfrm>
              <a:off x="6527880" y="190440"/>
              <a:ext cx="2076000" cy="685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2" name="Google Shape;322;p1"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323" name="Google Shape;323;p1" descr="LOGO.gif"/>
          <p:cNvPicPr preferRelativeResize="0"/>
          <p:nvPr/>
        </p:nvPicPr>
        <p:blipFill rotWithShape="1">
          <a:blip r:embed="rId14">
            <a:alphaModFix/>
          </a:blip>
          <a:srcRect b="10714"/>
          <a:stretch/>
        </p:blipFill>
        <p:spPr>
          <a:xfrm>
            <a:off x="6553080" y="228600"/>
            <a:ext cx="2057039" cy="634680"/>
          </a:xfrm>
          <a:prstGeom prst="rect">
            <a:avLst/>
          </a:prstGeom>
          <a:noFill/>
          <a:ln>
            <a:noFill/>
          </a:ln>
        </p:spPr>
      </p:pic>
      <p:grpSp>
        <p:nvGrpSpPr>
          <p:cNvPr id="324" name="Google Shape;324;p1"/>
          <p:cNvGrpSpPr/>
          <p:nvPr/>
        </p:nvGrpSpPr>
        <p:grpSpPr>
          <a:xfrm>
            <a:off x="6146640" y="0"/>
            <a:ext cx="2997000" cy="875940"/>
            <a:chOff x="6146640" y="0"/>
            <a:chExt cx="2997000" cy="875940"/>
          </a:xfrm>
        </p:grpSpPr>
        <p:sp>
          <p:nvSpPr>
            <p:cNvPr id="325" name="Google Shape;325;p1"/>
            <p:cNvSpPr/>
            <p:nvPr/>
          </p:nvSpPr>
          <p:spPr>
            <a:xfrm>
              <a:off x="6146640" y="0"/>
              <a:ext cx="2997000" cy="83760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6" name="Google Shape;326;p1" descr="LOGO.gif"/>
            <p:cNvPicPr preferRelativeResize="0"/>
            <p:nvPr/>
          </p:nvPicPr>
          <p:blipFill rotWithShape="1">
            <a:blip r:embed="rId14">
              <a:alphaModFix/>
            </a:blip>
            <a:srcRect b="10714"/>
            <a:stretch/>
          </p:blipFill>
          <p:spPr>
            <a:xfrm>
              <a:off x="6553080" y="228600"/>
              <a:ext cx="2057039" cy="634680"/>
            </a:xfrm>
            <a:prstGeom prst="rect">
              <a:avLst/>
            </a:prstGeom>
            <a:noFill/>
            <a:ln>
              <a:noFill/>
            </a:ln>
          </p:spPr>
        </p:pic>
        <p:sp>
          <p:nvSpPr>
            <p:cNvPr id="327" name="Google Shape;327;p1"/>
            <p:cNvSpPr/>
            <p:nvPr/>
          </p:nvSpPr>
          <p:spPr>
            <a:xfrm>
              <a:off x="6527880" y="190440"/>
              <a:ext cx="2076000" cy="685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8" name="Google Shape;328;p1"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329" name="Google Shape;329;p1"/>
          <p:cNvSpPr txBox="1">
            <a:spLocks noGrp="1"/>
          </p:cNvSpPr>
          <p:nvPr>
            <p:ph type="title"/>
          </p:nvPr>
        </p:nvSpPr>
        <p:spPr>
          <a:xfrm>
            <a:off x="0" y="0"/>
            <a:ext cx="6476700" cy="8376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30" name="Google Shape;330;p1"/>
          <p:cNvSpPr txBox="1">
            <a:spLocks noGrp="1"/>
          </p:cNvSpPr>
          <p:nvPr>
            <p:ph type="body" idx="1"/>
          </p:nvPr>
        </p:nvSpPr>
        <p:spPr>
          <a:xfrm>
            <a:off x="457200" y="1371600"/>
            <a:ext cx="8229300" cy="45255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1" name="Google Shape;331;p1"/>
          <p:cNvSpPr txBox="1">
            <a:spLocks noGrp="1"/>
          </p:cNvSpPr>
          <p:nvPr>
            <p:ph type="dt" idx="10"/>
          </p:nvPr>
        </p:nvSpPr>
        <p:spPr>
          <a:xfrm>
            <a:off x="457200" y="6356520"/>
            <a:ext cx="2133300" cy="3648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32" name="Google Shape;332;p1"/>
          <p:cNvSpPr txBox="1">
            <a:spLocks noGrp="1"/>
          </p:cNvSpPr>
          <p:nvPr>
            <p:ph type="ftr" idx="11"/>
          </p:nvPr>
        </p:nvSpPr>
        <p:spPr>
          <a:xfrm>
            <a:off x="3124080" y="6356520"/>
            <a:ext cx="2895000" cy="3648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33" name="Google Shape;333;p1"/>
          <p:cNvSpPr txBox="1">
            <a:spLocks noGrp="1"/>
          </p:cNvSpPr>
          <p:nvPr>
            <p:ph type="sldNum" idx="12"/>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4"/>
          <p:cNvSpPr txBox="1"/>
          <p:nvPr/>
        </p:nvSpPr>
        <p:spPr>
          <a:xfrm>
            <a:off x="0" y="840630"/>
            <a:ext cx="9144000" cy="582534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Project Presentation of CO-OP Project at Industry (Module-2) (22CS421)</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On</a:t>
            </a:r>
            <a:endParaRPr dirty="0"/>
          </a:p>
          <a:p>
            <a:pPr marL="0" marR="0" lvl="0" indent="0" algn="ctr" rtl="0">
              <a:lnSpc>
                <a:spcPct val="100000"/>
              </a:lnSpc>
              <a:spcBef>
                <a:spcPts val="400"/>
              </a:spcBef>
              <a:spcAft>
                <a:spcPts val="0"/>
              </a:spcAft>
              <a:buNone/>
            </a:pPr>
            <a:r>
              <a:rPr lang="en-US" sz="4800" b="1" i="0" u="none" strike="noStrike" cap="none" dirty="0">
                <a:solidFill>
                  <a:schemeClr val="dk1"/>
                </a:solidFill>
                <a:latin typeface="Times New Roman"/>
                <a:ea typeface="Times New Roman"/>
                <a:cs typeface="Times New Roman"/>
                <a:sym typeface="Times New Roman"/>
              </a:rPr>
              <a:t>DNS Benchmarking and System Optimization Tool </a:t>
            </a:r>
            <a:endParaRPr sz="4800" b="1" i="1" u="none" strike="noStrike" cap="none" dirty="0">
              <a:solidFill>
                <a:schemeClr val="dk1"/>
              </a:solidFill>
              <a:latin typeface="Times New Roman"/>
              <a:ea typeface="Times New Roman"/>
              <a:cs typeface="Times New Roman"/>
              <a:sym typeface="Times New Roman"/>
            </a:endParaRPr>
          </a:p>
          <a:p>
            <a:pPr algn="ctr">
              <a:spcBef>
                <a:spcPts val="400"/>
              </a:spcBef>
            </a:pPr>
            <a:br>
              <a:rPr lang="en-US" sz="2000" b="0" i="0" u="none" strike="noStrike" cap="none" dirty="0">
                <a:solidFill>
                  <a:srgbClr val="000000"/>
                </a:solidFill>
                <a:latin typeface="Times New Roman"/>
                <a:ea typeface="Times New Roman"/>
                <a:cs typeface="Times New Roman"/>
                <a:sym typeface="Times New Roman"/>
              </a:rPr>
            </a:br>
            <a:r>
              <a:rPr lang="en-US" sz="2000" dirty="0">
                <a:latin typeface="Times New Roman"/>
                <a:ea typeface="Times New Roman"/>
                <a:cs typeface="Times New Roman"/>
                <a:sym typeface="Times New Roman"/>
              </a:rPr>
              <a:t>Akira Singh 	</a:t>
            </a:r>
            <a:r>
              <a:rPr lang="en-US" sz="2000" dirty="0">
                <a:latin typeface="Times New Roman"/>
                <a:cs typeface="Times New Roman"/>
                <a:sym typeface="Times New Roman"/>
              </a:rPr>
              <a:t>Aryan Thakur 	Harleen Kaur </a:t>
            </a:r>
            <a:endParaRPr lang="en-US" sz="2000" dirty="0"/>
          </a:p>
          <a:p>
            <a:pPr algn="ctr">
              <a:spcBef>
                <a:spcPts val="400"/>
              </a:spcBef>
            </a:pPr>
            <a:r>
              <a:rPr lang="en-US" sz="2000" dirty="0">
                <a:latin typeface="Times New Roman"/>
                <a:ea typeface="Times New Roman"/>
                <a:cs typeface="Times New Roman"/>
                <a:sym typeface="Times New Roman"/>
              </a:rPr>
              <a:t>2210991219 	2210991392 	</a:t>
            </a:r>
            <a:r>
              <a:rPr lang="en-US" sz="2000" dirty="0">
                <a:latin typeface="Times New Roman"/>
                <a:cs typeface="Times New Roman"/>
                <a:sym typeface="Times New Roman"/>
              </a:rPr>
              <a:t>2210990366</a:t>
            </a:r>
            <a:endParaRPr lang="en-US" sz="2000" dirty="0"/>
          </a:p>
          <a:p>
            <a:pPr marL="0" marR="0" lvl="0" indent="0" algn="ctr" rtl="0">
              <a:lnSpc>
                <a:spcPct val="100000"/>
              </a:lnSpc>
              <a:spcBef>
                <a:spcPts val="40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Supervised By</a:t>
            </a:r>
            <a:endParaRPr dirty="0"/>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Dr. Lalit Sharma</a:t>
            </a:r>
            <a:endParaRPr lang="en-IN"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Department of Computer Science and Engineering, </a:t>
            </a:r>
            <a:endParaRPr dirty="0"/>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Chitkara University, Punjab</a:t>
            </a:r>
            <a:endParaRPr dirty="0"/>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5"/>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3200" b="0" i="0" u="none" strike="noStrike" cap="none" dirty="0">
                <a:solidFill>
                  <a:schemeClr val="dk1"/>
                </a:solidFill>
                <a:latin typeface="Times New Roman"/>
                <a:ea typeface="Times New Roman"/>
                <a:cs typeface="Times New Roman"/>
                <a:sym typeface="Times New Roman"/>
              </a:rPr>
              <a:t>Introduction</a:t>
            </a:r>
            <a:endParaRPr sz="3000" b="0" i="0" u="none" strike="noStrike" cap="none" dirty="0">
              <a:solidFill>
                <a:srgbClr val="000000"/>
              </a:solidFill>
              <a:latin typeface="Times New Roman"/>
              <a:ea typeface="Times New Roman"/>
              <a:cs typeface="Times New Roman"/>
              <a:sym typeface="Times New Roman"/>
            </a:endParaRPr>
          </a:p>
        </p:txBody>
      </p:sp>
      <p:sp>
        <p:nvSpPr>
          <p:cNvPr id="394" name="Google Shape;394;p15"/>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lvl="0" algn="just">
              <a:lnSpc>
                <a:spcPct val="150000"/>
              </a:lnSpc>
            </a:pPr>
            <a:r>
              <a:rPr lang="en-US" sz="2200" dirty="0">
                <a:latin typeface="Times New Roman" panose="02020603050405020304" pitchFamily="18" charset="0"/>
                <a:cs typeface="Times New Roman" panose="02020603050405020304" pitchFamily="18" charset="0"/>
              </a:rPr>
              <a:t>The Domain Name System (DNS) is a critical component of the internet that translates human-readable domain names into machine-readable IP addresses. Every time a user accesses a website, a DNS query is performed, which directly impacts the loading speed. If the DNS server is slow or inefficient, it increases latency and results in a poor browsing experience. Since different DNS servers perform differently depending on location and network conditions, users often face inconsistent speeds. This project focuses on analyzing DNS performance and helping users select the most efficient DNS server for faster and more reliable internet access.</a:t>
            </a:r>
            <a:endParaRPr sz="22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A4AF123C-322E-15BB-8C6B-C54CE21960BD}"/>
            </a:ext>
          </a:extLst>
        </p:cNvPr>
        <p:cNvGrpSpPr/>
        <p:nvPr/>
      </p:nvGrpSpPr>
      <p:grpSpPr>
        <a:xfrm>
          <a:off x="0" y="0"/>
          <a:ext cx="0" cy="0"/>
          <a:chOff x="0" y="0"/>
          <a:chExt cx="0" cy="0"/>
        </a:xfrm>
      </p:grpSpPr>
      <p:sp>
        <p:nvSpPr>
          <p:cNvPr id="393" name="Google Shape;393;p15">
            <a:extLst>
              <a:ext uri="{FF2B5EF4-FFF2-40B4-BE49-F238E27FC236}">
                <a16:creationId xmlns:a16="http://schemas.microsoft.com/office/drawing/2014/main" id="{ED8D4E31-B829-41C2-E284-6E6B0440BF31}"/>
              </a:ext>
            </a:extLst>
          </p:cNvPr>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lvl="0" algn="ctr"/>
            <a:r>
              <a:rPr lang="en-IN" sz="3200" dirty="0">
                <a:latin typeface="Times New Roman" panose="02020603050405020304" pitchFamily="18" charset="0"/>
                <a:cs typeface="Times New Roman" panose="02020603050405020304" pitchFamily="18" charset="0"/>
              </a:rPr>
              <a:t>Objective</a:t>
            </a:r>
            <a:endParaRPr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94" name="Google Shape;394;p15">
            <a:extLst>
              <a:ext uri="{FF2B5EF4-FFF2-40B4-BE49-F238E27FC236}">
                <a16:creationId xmlns:a16="http://schemas.microsoft.com/office/drawing/2014/main" id="{D8828014-BC69-4C47-7B11-715DCCF2C7F9}"/>
              </a:ext>
            </a:extLst>
          </p:cNvPr>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3</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a:extLst>
              <a:ext uri="{FF2B5EF4-FFF2-40B4-BE49-F238E27FC236}">
                <a16:creationId xmlns:a16="http://schemas.microsoft.com/office/drawing/2014/main" id="{483CD605-0698-5312-87D6-9E26AE16BE74}"/>
              </a:ext>
            </a:extLst>
          </p:cNvPr>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Benchmark multiple DNS servers based on performance </a:t>
            </a:r>
          </a:p>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Measure latency using real-time network requests </a:t>
            </a:r>
          </a:p>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Identify the fastest and most reliable DNS server </a:t>
            </a:r>
          </a:p>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Allow users to apply the best DNS automatically </a:t>
            </a:r>
          </a:p>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Enable users to monitor DNS performance continuously </a:t>
            </a:r>
          </a:p>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Provide graphical visualization for easy comparison</a:t>
            </a:r>
          </a:p>
          <a:p>
            <a:pPr marL="342900" lvl="0" indent="-3429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Support exporting results for further analysis and reporting</a:t>
            </a:r>
            <a:endParaRPr sz="22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060754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C34450D8-D1D4-C5C1-6729-139EB06C88AC}"/>
            </a:ext>
          </a:extLst>
        </p:cNvPr>
        <p:cNvGrpSpPr/>
        <p:nvPr/>
      </p:nvGrpSpPr>
      <p:grpSpPr>
        <a:xfrm>
          <a:off x="0" y="0"/>
          <a:ext cx="0" cy="0"/>
          <a:chOff x="0" y="0"/>
          <a:chExt cx="0" cy="0"/>
        </a:xfrm>
      </p:grpSpPr>
      <p:sp>
        <p:nvSpPr>
          <p:cNvPr id="393" name="Google Shape;393;p15">
            <a:extLst>
              <a:ext uri="{FF2B5EF4-FFF2-40B4-BE49-F238E27FC236}">
                <a16:creationId xmlns:a16="http://schemas.microsoft.com/office/drawing/2014/main" id="{D6BD9B67-8443-7E98-91E4-8C9FABBD23C7}"/>
              </a:ext>
            </a:extLst>
          </p:cNvPr>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lvl="0" algn="ctr"/>
            <a:r>
              <a:rPr lang="en-IN" sz="3200" dirty="0">
                <a:latin typeface="Times New Roman" panose="02020603050405020304" pitchFamily="18" charset="0"/>
                <a:cs typeface="Times New Roman" panose="02020603050405020304" pitchFamily="18" charset="0"/>
              </a:rPr>
              <a:t>Technologies Used</a:t>
            </a:r>
            <a:endParaRPr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94" name="Google Shape;394;p15">
            <a:extLst>
              <a:ext uri="{FF2B5EF4-FFF2-40B4-BE49-F238E27FC236}">
                <a16:creationId xmlns:a16="http://schemas.microsoft.com/office/drawing/2014/main" id="{2019C74C-9342-28BC-0A52-56596CA60B50}"/>
              </a:ext>
            </a:extLst>
          </p:cNvPr>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4</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a:extLst>
              <a:ext uri="{FF2B5EF4-FFF2-40B4-BE49-F238E27FC236}">
                <a16:creationId xmlns:a16="http://schemas.microsoft.com/office/drawing/2014/main" id="{62A3E37A-5B67-D377-7873-16D64C7C3B18}"/>
              </a:ext>
            </a:extLst>
          </p:cNvPr>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marL="342900" lvl="0" indent="-342900">
              <a:lnSpc>
                <a:spcPct val="20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Python</a:t>
            </a:r>
            <a:r>
              <a:rPr lang="en-IN" sz="2200" dirty="0">
                <a:latin typeface="Times New Roman" panose="02020603050405020304" pitchFamily="18" charset="0"/>
                <a:cs typeface="Times New Roman" panose="02020603050405020304" pitchFamily="18" charset="0"/>
              </a:rPr>
              <a:t> – Core programming language </a:t>
            </a:r>
          </a:p>
          <a:p>
            <a:pPr marL="342900" lvl="0" indent="-342900">
              <a:lnSpc>
                <a:spcPct val="200000"/>
              </a:lnSpc>
              <a:buFont typeface="Arial" panose="020B0604020202020204" pitchFamily="34" charset="0"/>
              <a:buChar char="•"/>
            </a:pPr>
            <a:r>
              <a:rPr lang="en-IN" sz="2200" b="1" dirty="0" err="1">
                <a:latin typeface="Times New Roman" panose="02020603050405020304" pitchFamily="18" charset="0"/>
                <a:cs typeface="Times New Roman" panose="02020603050405020304" pitchFamily="18" charset="0"/>
              </a:rPr>
              <a:t>Tkinter</a:t>
            </a:r>
            <a:r>
              <a:rPr lang="en-IN" sz="2200" dirty="0">
                <a:latin typeface="Times New Roman" panose="02020603050405020304" pitchFamily="18" charset="0"/>
                <a:cs typeface="Times New Roman" panose="02020603050405020304" pitchFamily="18" charset="0"/>
              </a:rPr>
              <a:t> – GUI development </a:t>
            </a:r>
          </a:p>
          <a:p>
            <a:pPr marL="342900" lvl="0" indent="-342900">
              <a:lnSpc>
                <a:spcPct val="20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Socket Programming</a:t>
            </a:r>
            <a:r>
              <a:rPr lang="en-IN" sz="2200" dirty="0">
                <a:latin typeface="Times New Roman" panose="02020603050405020304" pitchFamily="18" charset="0"/>
                <a:cs typeface="Times New Roman" panose="02020603050405020304" pitchFamily="18" charset="0"/>
              </a:rPr>
              <a:t> – Network communication &amp; latency check</a:t>
            </a:r>
          </a:p>
          <a:p>
            <a:pPr marL="342900" lvl="0" indent="-342900">
              <a:lnSpc>
                <a:spcPct val="20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Matplotlib</a:t>
            </a:r>
            <a:r>
              <a:rPr lang="en-IN" sz="2200" dirty="0">
                <a:latin typeface="Times New Roman" panose="02020603050405020304" pitchFamily="18" charset="0"/>
                <a:cs typeface="Times New Roman" panose="02020603050405020304" pitchFamily="18" charset="0"/>
              </a:rPr>
              <a:t> – Data visualization using graphs </a:t>
            </a:r>
          </a:p>
          <a:p>
            <a:pPr marL="342900" lvl="0" indent="-342900">
              <a:lnSpc>
                <a:spcPct val="200000"/>
              </a:lnSpc>
              <a:buFont typeface="Arial" panose="020B0604020202020204" pitchFamily="34" charset="0"/>
              <a:buChar char="•"/>
            </a:pPr>
            <a:r>
              <a:rPr lang="en-IN" sz="2200" b="1" dirty="0" err="1">
                <a:latin typeface="Times New Roman" panose="02020603050405020304" pitchFamily="18" charset="0"/>
                <a:cs typeface="Times New Roman" panose="02020603050405020304" pitchFamily="18" charset="0"/>
              </a:rPr>
              <a:t>OpenPyXL</a:t>
            </a:r>
            <a:r>
              <a:rPr lang="en-IN" sz="2200" dirty="0">
                <a:latin typeface="Times New Roman" panose="02020603050405020304" pitchFamily="18" charset="0"/>
                <a:cs typeface="Times New Roman" panose="02020603050405020304" pitchFamily="18" charset="0"/>
              </a:rPr>
              <a:t> – Excel file generation </a:t>
            </a:r>
          </a:p>
          <a:p>
            <a:pPr marL="342900" lvl="0" indent="-342900">
              <a:lnSpc>
                <a:spcPct val="200000"/>
              </a:lnSpc>
              <a:buFont typeface="Arial" panose="020B0604020202020204" pitchFamily="34" charset="0"/>
              <a:buChar char="•"/>
            </a:pPr>
            <a:r>
              <a:rPr lang="en-IN" sz="2200" b="1" dirty="0" err="1">
                <a:latin typeface="Times New Roman" panose="02020603050405020304" pitchFamily="18" charset="0"/>
                <a:cs typeface="Times New Roman" panose="02020603050405020304" pitchFamily="18" charset="0"/>
              </a:rPr>
              <a:t>ReportLab</a:t>
            </a:r>
            <a:r>
              <a:rPr lang="en-IN" sz="2200" dirty="0">
                <a:latin typeface="Times New Roman" panose="02020603050405020304" pitchFamily="18" charset="0"/>
                <a:cs typeface="Times New Roman" panose="02020603050405020304" pitchFamily="18" charset="0"/>
              </a:rPr>
              <a:t> – PDF report generation </a:t>
            </a:r>
          </a:p>
          <a:p>
            <a:pPr marL="342900" lvl="0" indent="-342900">
              <a:lnSpc>
                <a:spcPct val="20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CSV Module</a:t>
            </a:r>
            <a:r>
              <a:rPr lang="en-IN" sz="2200" dirty="0">
                <a:latin typeface="Times New Roman" panose="02020603050405020304" pitchFamily="18" charset="0"/>
                <a:cs typeface="Times New Roman" panose="02020603050405020304" pitchFamily="18" charset="0"/>
              </a:rPr>
              <a:t> – Lightweight data export</a:t>
            </a:r>
            <a:endParaRPr lang="en-IN" sz="22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550819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ECA0DE5C-34D0-6D1C-6D64-260150BA4CC5}"/>
            </a:ext>
          </a:extLst>
        </p:cNvPr>
        <p:cNvGrpSpPr/>
        <p:nvPr/>
      </p:nvGrpSpPr>
      <p:grpSpPr>
        <a:xfrm>
          <a:off x="0" y="0"/>
          <a:ext cx="0" cy="0"/>
          <a:chOff x="0" y="0"/>
          <a:chExt cx="0" cy="0"/>
        </a:xfrm>
      </p:grpSpPr>
      <p:sp>
        <p:nvSpPr>
          <p:cNvPr id="393" name="Google Shape;393;p15">
            <a:extLst>
              <a:ext uri="{FF2B5EF4-FFF2-40B4-BE49-F238E27FC236}">
                <a16:creationId xmlns:a16="http://schemas.microsoft.com/office/drawing/2014/main" id="{7957589A-8B94-4973-39D1-29CD297E804F}"/>
              </a:ext>
            </a:extLst>
          </p:cNvPr>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lvl="0" algn="ctr"/>
            <a:r>
              <a:rPr lang="en-IN" sz="3200" dirty="0">
                <a:latin typeface="Times New Roman" panose="02020603050405020304" pitchFamily="18" charset="0"/>
                <a:cs typeface="Times New Roman" panose="02020603050405020304" pitchFamily="18" charset="0"/>
              </a:rPr>
              <a:t>Working Principle</a:t>
            </a:r>
            <a:endParaRPr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94" name="Google Shape;394;p15">
            <a:extLst>
              <a:ext uri="{FF2B5EF4-FFF2-40B4-BE49-F238E27FC236}">
                <a16:creationId xmlns:a16="http://schemas.microsoft.com/office/drawing/2014/main" id="{5819A196-8388-1224-CD2E-C64CE6135216}"/>
              </a:ext>
            </a:extLst>
          </p:cNvPr>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5</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a:extLst>
              <a:ext uri="{FF2B5EF4-FFF2-40B4-BE49-F238E27FC236}">
                <a16:creationId xmlns:a16="http://schemas.microsoft.com/office/drawing/2014/main" id="{85027D04-2561-DDDD-8FC4-5430930EC78D}"/>
              </a:ext>
            </a:extLst>
          </p:cNvPr>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marL="457200" lvl="0" indent="-457200">
              <a:lnSpc>
                <a:spcPct val="200000"/>
              </a:lnSpc>
              <a:buFont typeface="+mj-lt"/>
              <a:buAutoNum type="arabicPeriod"/>
            </a:pPr>
            <a:r>
              <a:rPr lang="en-US" sz="2200" dirty="0">
                <a:latin typeface="Times New Roman" panose="02020603050405020304" pitchFamily="18" charset="0"/>
                <a:cs typeface="Times New Roman" panose="02020603050405020304" pitchFamily="18" charset="0"/>
              </a:rPr>
              <a:t>The application connects to DNS servers using socket programming (port 53) </a:t>
            </a:r>
          </a:p>
          <a:p>
            <a:pPr marL="457200" lvl="0" indent="-457200">
              <a:lnSpc>
                <a:spcPct val="200000"/>
              </a:lnSpc>
              <a:buFont typeface="+mj-lt"/>
              <a:buAutoNum type="arabicPeriod"/>
            </a:pPr>
            <a:r>
              <a:rPr lang="en-US" sz="2200" dirty="0">
                <a:latin typeface="Times New Roman" panose="02020603050405020304" pitchFamily="18" charset="0"/>
                <a:cs typeface="Times New Roman" panose="02020603050405020304" pitchFamily="18" charset="0"/>
              </a:rPr>
              <a:t>It records the time taken to establish the connection</a:t>
            </a:r>
          </a:p>
          <a:p>
            <a:pPr marL="457200" lvl="0" indent="-457200">
              <a:lnSpc>
                <a:spcPct val="200000"/>
              </a:lnSpc>
              <a:buFont typeface="+mj-lt"/>
              <a:buAutoNum type="arabicPeriod"/>
            </a:pPr>
            <a:r>
              <a:rPr lang="en-US" sz="2200" dirty="0">
                <a:latin typeface="Times New Roman" panose="02020603050405020304" pitchFamily="18" charset="0"/>
                <a:cs typeface="Times New Roman" panose="02020603050405020304" pitchFamily="18" charset="0"/>
              </a:rPr>
              <a:t>Latency is calculated in milliseconds </a:t>
            </a:r>
          </a:p>
          <a:p>
            <a:pPr marL="457200" lvl="0" indent="-457200">
              <a:lnSpc>
                <a:spcPct val="200000"/>
              </a:lnSpc>
              <a:buFont typeface="+mj-lt"/>
              <a:buAutoNum type="arabicPeriod"/>
            </a:pPr>
            <a:r>
              <a:rPr lang="en-US" sz="2200" dirty="0">
                <a:latin typeface="Times New Roman" panose="02020603050405020304" pitchFamily="18" charset="0"/>
                <a:cs typeface="Times New Roman" panose="02020603050405020304" pitchFamily="18" charset="0"/>
              </a:rPr>
              <a:t>Results are stored and compared across all DNS servers </a:t>
            </a:r>
          </a:p>
          <a:p>
            <a:pPr marL="457200" lvl="0" indent="-457200">
              <a:lnSpc>
                <a:spcPct val="200000"/>
              </a:lnSpc>
              <a:buFont typeface="+mj-lt"/>
              <a:buAutoNum type="arabicPeriod"/>
            </a:pPr>
            <a:r>
              <a:rPr lang="en-US" sz="2200" dirty="0">
                <a:latin typeface="Times New Roman" panose="02020603050405020304" pitchFamily="18" charset="0"/>
                <a:cs typeface="Times New Roman" panose="02020603050405020304" pitchFamily="18" charset="0"/>
              </a:rPr>
              <a:t>The DNS with the lowest latency is identified as the fastest </a:t>
            </a:r>
          </a:p>
          <a:p>
            <a:pPr marL="457200" lvl="0" indent="-457200">
              <a:lnSpc>
                <a:spcPct val="200000"/>
              </a:lnSpc>
              <a:buFont typeface="+mj-lt"/>
              <a:buAutoNum type="arabicPeriod"/>
            </a:pPr>
            <a:r>
              <a:rPr lang="en-US" sz="2200" dirty="0">
                <a:latin typeface="Times New Roman" panose="02020603050405020304" pitchFamily="18" charset="0"/>
                <a:cs typeface="Times New Roman" panose="02020603050405020304" pitchFamily="18" charset="0"/>
              </a:rPr>
              <a:t>Users can apply the selected DNS to their system (with admin permissions)</a:t>
            </a:r>
            <a:endParaRPr sz="2200" b="0" i="0" u="none" strike="noStrike" cap="none" dirty="0">
              <a:solidFill>
                <a:srgbClr val="00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4153573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F8BA44EF-5A3B-A824-D1CA-2E6063DE6300}"/>
            </a:ext>
          </a:extLst>
        </p:cNvPr>
        <p:cNvGrpSpPr/>
        <p:nvPr/>
      </p:nvGrpSpPr>
      <p:grpSpPr>
        <a:xfrm>
          <a:off x="0" y="0"/>
          <a:ext cx="0" cy="0"/>
          <a:chOff x="0" y="0"/>
          <a:chExt cx="0" cy="0"/>
        </a:xfrm>
      </p:grpSpPr>
      <p:sp>
        <p:nvSpPr>
          <p:cNvPr id="393" name="Google Shape;393;p15">
            <a:extLst>
              <a:ext uri="{FF2B5EF4-FFF2-40B4-BE49-F238E27FC236}">
                <a16:creationId xmlns:a16="http://schemas.microsoft.com/office/drawing/2014/main" id="{18BD36F9-903E-669B-EE1E-B16E777C36CE}"/>
              </a:ext>
            </a:extLst>
          </p:cNvPr>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lvl="0" algn="ctr"/>
            <a:r>
              <a:rPr lang="en-IN" sz="3200" dirty="0">
                <a:latin typeface="Times New Roman" panose="02020603050405020304" pitchFamily="18" charset="0"/>
                <a:cs typeface="Times New Roman" panose="02020603050405020304" pitchFamily="18" charset="0"/>
              </a:rPr>
              <a:t>Key Features</a:t>
            </a:r>
            <a:endParaRPr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94" name="Google Shape;394;p15">
            <a:extLst>
              <a:ext uri="{FF2B5EF4-FFF2-40B4-BE49-F238E27FC236}">
                <a16:creationId xmlns:a16="http://schemas.microsoft.com/office/drawing/2014/main" id="{8A250EB8-E711-3D3B-BEE6-5D76AFB8CD14}"/>
              </a:ext>
            </a:extLst>
          </p:cNvPr>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6</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a:extLst>
              <a:ext uri="{FF2B5EF4-FFF2-40B4-BE49-F238E27FC236}">
                <a16:creationId xmlns:a16="http://schemas.microsoft.com/office/drawing/2014/main" id="{FF906751-1747-B32F-802F-DCCDC89C4856}"/>
              </a:ext>
            </a:extLst>
          </p:cNvPr>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DNS latency benchmarking with accurate measurement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Live monitoring mode for continuous performance tracking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 and delete custom DNS servers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Automatic detection of fastest DNS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Graphical representation of latency data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Export results in PDF, CSV, and Excel formats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Dark and Light theme support for better UI experience </a:t>
            </a:r>
          </a:p>
          <a:p>
            <a:pPr marL="457200" indent="-457200">
              <a:lnSpc>
                <a:spcPct val="20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Works on Windows, macOS, and Linux</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0390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38EFC832-E495-4170-AE76-3308DED4A5EC}"/>
            </a:ext>
          </a:extLst>
        </p:cNvPr>
        <p:cNvGrpSpPr/>
        <p:nvPr/>
      </p:nvGrpSpPr>
      <p:grpSpPr>
        <a:xfrm>
          <a:off x="0" y="0"/>
          <a:ext cx="0" cy="0"/>
          <a:chOff x="0" y="0"/>
          <a:chExt cx="0" cy="0"/>
        </a:xfrm>
      </p:grpSpPr>
      <p:sp>
        <p:nvSpPr>
          <p:cNvPr id="393" name="Google Shape;393;p15">
            <a:extLst>
              <a:ext uri="{FF2B5EF4-FFF2-40B4-BE49-F238E27FC236}">
                <a16:creationId xmlns:a16="http://schemas.microsoft.com/office/drawing/2014/main" id="{B4B70A04-9139-6D03-B8B7-D0960E36D1D4}"/>
              </a:ext>
            </a:extLst>
          </p:cNvPr>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lvl="0" algn="ctr"/>
            <a:r>
              <a:rPr lang="en-IN"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Output &amp; Visualization</a:t>
            </a:r>
            <a:endParaRPr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94" name="Google Shape;394;p15">
            <a:extLst>
              <a:ext uri="{FF2B5EF4-FFF2-40B4-BE49-F238E27FC236}">
                <a16:creationId xmlns:a16="http://schemas.microsoft.com/office/drawing/2014/main" id="{6F665B95-9B7C-DB4C-5EA6-ACD3978214FB}"/>
              </a:ext>
            </a:extLst>
          </p:cNvPr>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7</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a:extLst>
              <a:ext uri="{FF2B5EF4-FFF2-40B4-BE49-F238E27FC236}">
                <a16:creationId xmlns:a16="http://schemas.microsoft.com/office/drawing/2014/main" id="{0C424FBF-5125-F2FB-A6E6-054114007B96}"/>
              </a:ext>
            </a:extLst>
          </p:cNvPr>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marL="342900" indent="-34290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Displays DNS results in a structured table format </a:t>
            </a:r>
          </a:p>
          <a:p>
            <a:pPr marL="342900" indent="-34290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Shows latency comparison using bar graphs </a:t>
            </a:r>
          </a:p>
          <a:p>
            <a:pPr marL="342900" indent="-34290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Updates data dynamically in live mode </a:t>
            </a:r>
          </a:p>
          <a:p>
            <a:pPr marL="342900" indent="-34290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logs for tracking operations and results </a:t>
            </a:r>
          </a:p>
          <a:p>
            <a:pPr marL="342900" indent="-342900">
              <a:lnSpc>
                <a:spcPct val="2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Exported reports can be used for further analysis</a:t>
            </a:r>
          </a:p>
        </p:txBody>
      </p:sp>
    </p:spTree>
    <p:extLst>
      <p:ext uri="{BB962C8B-B14F-4D97-AF65-F5344CB8AC3E}">
        <p14:creationId xmlns:p14="http://schemas.microsoft.com/office/powerpoint/2010/main" val="1086640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ACBE6D-41E0-B955-CD96-FAE897918E9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11994" y="1041800"/>
            <a:ext cx="4175389" cy="2890120"/>
          </a:xfrm>
          <a:prstGeom prst="rect">
            <a:avLst/>
          </a:prstGeom>
        </p:spPr>
      </p:pic>
      <p:pic>
        <p:nvPicPr>
          <p:cNvPr id="6" name="Picture 5">
            <a:extLst>
              <a:ext uri="{FF2B5EF4-FFF2-40B4-BE49-F238E27FC236}">
                <a16:creationId xmlns:a16="http://schemas.microsoft.com/office/drawing/2014/main" id="{279FA9AD-FEAC-822B-CE06-9578F3A43A4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6618" y="3419855"/>
            <a:ext cx="4175388" cy="2890120"/>
          </a:xfrm>
          <a:prstGeom prst="rect">
            <a:avLst/>
          </a:prstGeom>
        </p:spPr>
      </p:pic>
    </p:spTree>
    <p:extLst>
      <p:ext uri="{BB962C8B-B14F-4D97-AF65-F5344CB8AC3E}">
        <p14:creationId xmlns:p14="http://schemas.microsoft.com/office/powerpoint/2010/main" val="239848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1DA4B6C8-228C-DDA5-074B-A481E72B9198}"/>
            </a:ext>
          </a:extLst>
        </p:cNvPr>
        <p:cNvGrpSpPr/>
        <p:nvPr/>
      </p:nvGrpSpPr>
      <p:grpSpPr>
        <a:xfrm>
          <a:off x="0" y="0"/>
          <a:ext cx="0" cy="0"/>
          <a:chOff x="0" y="0"/>
          <a:chExt cx="0" cy="0"/>
        </a:xfrm>
      </p:grpSpPr>
      <p:sp>
        <p:nvSpPr>
          <p:cNvPr id="393" name="Google Shape;393;p15">
            <a:extLst>
              <a:ext uri="{FF2B5EF4-FFF2-40B4-BE49-F238E27FC236}">
                <a16:creationId xmlns:a16="http://schemas.microsoft.com/office/drawing/2014/main" id="{099CA8CE-9711-C72A-D14B-39A94F2307BC}"/>
              </a:ext>
            </a:extLst>
          </p:cNvPr>
          <p:cNvSpPr txBox="1"/>
          <p:nvPr/>
        </p:nvSpPr>
        <p:spPr>
          <a:xfrm>
            <a:off x="457200" y="0"/>
            <a:ext cx="6019500" cy="837600"/>
          </a:xfrm>
          <a:prstGeom prst="rect">
            <a:avLst/>
          </a:prstGeom>
          <a:noFill/>
          <a:ln>
            <a:noFill/>
          </a:ln>
        </p:spPr>
        <p:txBody>
          <a:bodyPr spcFirstLastPara="1" wrap="square" lIns="91425" tIns="45700" rIns="91425" bIns="45700" anchor="ctr" anchorCtr="0">
            <a:noAutofit/>
          </a:bodyPr>
          <a:lstStyle/>
          <a:p>
            <a:pPr lvl="0" algn="ctr"/>
            <a:r>
              <a:rPr lang="en-IN"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Conclusion</a:t>
            </a:r>
            <a:endParaRPr sz="30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394" name="Google Shape;394;p15">
            <a:extLst>
              <a:ext uri="{FF2B5EF4-FFF2-40B4-BE49-F238E27FC236}">
                <a16:creationId xmlns:a16="http://schemas.microsoft.com/office/drawing/2014/main" id="{01B48497-F2F9-7C37-EAA0-1F0E16D68D6D}"/>
              </a:ext>
            </a:extLst>
          </p:cNvPr>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9</a:t>
            </a:fld>
            <a:endParaRPr sz="1200" b="0" i="0" u="none" strike="noStrike" cap="none">
              <a:solidFill>
                <a:schemeClr val="dk1"/>
              </a:solidFill>
              <a:latin typeface="Times New Roman"/>
              <a:ea typeface="Times New Roman"/>
              <a:cs typeface="Times New Roman"/>
              <a:sym typeface="Times New Roman"/>
            </a:endParaRPr>
          </a:p>
        </p:txBody>
      </p:sp>
      <p:sp>
        <p:nvSpPr>
          <p:cNvPr id="395" name="Google Shape;395;p15">
            <a:extLst>
              <a:ext uri="{FF2B5EF4-FFF2-40B4-BE49-F238E27FC236}">
                <a16:creationId xmlns:a16="http://schemas.microsoft.com/office/drawing/2014/main" id="{5E033F78-C45B-621D-9D34-60781EEA936D}"/>
              </a:ext>
            </a:extLst>
          </p:cNvPr>
          <p:cNvSpPr txBox="1"/>
          <p:nvPr/>
        </p:nvSpPr>
        <p:spPr>
          <a:xfrm>
            <a:off x="164008" y="1109742"/>
            <a:ext cx="8838600" cy="4838700"/>
          </a:xfrm>
          <a:prstGeom prst="rect">
            <a:avLst/>
          </a:prstGeom>
          <a:noFill/>
          <a:ln>
            <a:noFill/>
          </a:ln>
        </p:spPr>
        <p:txBody>
          <a:bodyPr spcFirstLastPara="1" wrap="square" lIns="91425" tIns="45700" rIns="91425" bIns="45700" anchor="t" anchorCtr="0">
            <a:noAutofit/>
          </a:bodyPr>
          <a:lstStyle/>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project provides an effective solution for analyzing DNS performance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Helps users improve internet speed by selecting the optimal DNS server</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Integrates GUI, real-time monitoring, and data visualization in one application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Supports cross-platform functionality (Windows, macOS, Linux)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Offers export features for reporting and analysis</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User-friendly interface makes it accessible for both technical and non-technical users</a:t>
            </a:r>
          </a:p>
        </p:txBody>
      </p:sp>
    </p:spTree>
    <p:extLst>
      <p:ext uri="{BB962C8B-B14F-4D97-AF65-F5344CB8AC3E}">
        <p14:creationId xmlns:p14="http://schemas.microsoft.com/office/powerpoint/2010/main" val="2436495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16"/>
          <p:cNvSpPr txBox="1"/>
          <p:nvPr/>
        </p:nvSpPr>
        <p:spPr>
          <a:xfrm>
            <a:off x="1297577" y="2821578"/>
            <a:ext cx="6705600" cy="1410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a:solidFill>
                  <a:schemeClr val="dk1"/>
                </a:solidFill>
                <a:latin typeface="Times New Roman"/>
                <a:ea typeface="Times New Roman"/>
                <a:cs typeface="Times New Roman"/>
                <a:sym typeface="Times New Roman"/>
              </a:rPr>
              <a:t>Thank You</a:t>
            </a:r>
            <a:endParaRPr sz="5400" b="0" i="0" u="none" strike="noStrike" cap="none">
              <a:solidFill>
                <a:srgbClr val="000000"/>
              </a:solidFill>
              <a:latin typeface="Times New Roman"/>
              <a:ea typeface="Times New Roman"/>
              <a:cs typeface="Times New Roman"/>
              <a:sym typeface="Times New Roman"/>
            </a:endParaRPr>
          </a:p>
        </p:txBody>
      </p:sp>
      <p:sp>
        <p:nvSpPr>
          <p:cNvPr id="401" name="Google Shape;401;p16"/>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10</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499</Words>
  <Application>Microsoft Office PowerPoint</Application>
  <PresentationFormat>On-screen Show (4:3)</PresentationFormat>
  <Paragraphs>69</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Akira Singh</cp:lastModifiedBy>
  <cp:revision>2</cp:revision>
  <dcterms:modified xsi:type="dcterms:W3CDTF">2026-05-01T05:18:01Z</dcterms:modified>
</cp:coreProperties>
</file>